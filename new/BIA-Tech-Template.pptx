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LIGHT_COVER-image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LIGHT_SECTION-image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WHITE-image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GRAY-image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WHITE_GLOW-image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GRAY_GLOW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4A4A4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BBBBBB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AA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AA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GLOW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AA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_GLOW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AA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606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365760" y="3429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BB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4005072"/>
            <a:ext cx="31089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1330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BB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Ferramentas de IA para o SDLC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7373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-5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DA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spc="-5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0" y="37033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Subtítulo ou descrição do tema abordado nesta apresentação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4297680"/>
            <a:ext cx="6400800" cy="0"/>
          </a:xfrm>
          <a:prstGeom prst="line">
            <a:avLst/>
          </a:prstGeom>
          <a:noFill/>
          <a:ln w="6350">
            <a:solidFill>
              <a:srgbClr val="363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443484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Apresentado por  •  Área / Tribo  •  Bradesco — 15/04/2026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612880" y="164592"/>
            <a:ext cx="914400" cy="914400"/>
          </a:xfrm>
          <a:prstGeom prst="ellipse">
            <a:avLst/>
          </a:prstGeom>
          <a:solidFill>
            <a:srgbClr val="00BCD4">
              <a:alpha val="28000"/>
            </a:srgbClr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E2E2E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e Objetivos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5303520" cy="0"/>
          </a:xfrm>
          <a:prstGeom prst="line">
            <a:avLst/>
          </a:prstGeom>
          <a:noFill/>
          <a:ln w="6350">
            <a:solidFill>
              <a:srgbClr val="3636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E2E2E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Geral da Plataforma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5303520" cy="0"/>
          </a:xfrm>
          <a:prstGeom prst="line">
            <a:avLst/>
          </a:prstGeom>
          <a:noFill/>
          <a:ln w="6350">
            <a:solidFill>
              <a:srgbClr val="3636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E2E2E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200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Demonstração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730752"/>
            <a:ext cx="5303520" cy="0"/>
          </a:xfrm>
          <a:prstGeom prst="line">
            <a:avLst/>
          </a:prstGeom>
          <a:noFill/>
          <a:ln w="6350">
            <a:solidFill>
              <a:srgbClr val="3636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7764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E2E2E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77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0690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e Resultados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5303520" cy="0"/>
          </a:xfrm>
          <a:prstGeom prst="line">
            <a:avLst/>
          </a:prstGeom>
          <a:noFill/>
          <a:ln w="6350">
            <a:solidFill>
              <a:srgbClr val="3636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8463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E2E2E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463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9377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0" y="502920"/>
            <a:ext cx="4937760" cy="5897880"/>
          </a:xfrm>
          <a:prstGeom prst="roundRect">
            <a:avLst>
              <a:gd name="adj" fmla="val 1852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713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ESTA APRESENTAÇÃO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86600" y="10515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Parágrafo introdutório explicando o objetivo desta apresentação e o que o público pode esperar ao longo dos próximos slides.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86600" y="2331720"/>
            <a:ext cx="4297680" cy="0"/>
          </a:xfrm>
          <a:prstGeom prst="line">
            <a:avLst/>
          </a:prstGeom>
          <a:noFill/>
          <a:ln w="6350">
            <a:solidFill>
              <a:srgbClr val="3636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51460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DURAÇÃO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86600" y="273405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~30 min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6600" y="331927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86600" y="35387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de Engenharia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86600" y="412394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86600" y="43434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15/04/2026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C092F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57200" y="2907792"/>
            <a:ext cx="5029200" cy="0"/>
          </a:xfrm>
          <a:prstGeom prst="line">
            <a:avLst/>
          </a:prstGeom>
          <a:noFill/>
          <a:ln w="19050">
            <a:solidFill>
              <a:srgbClr val="CC09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2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DA SEÇÃO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7673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Breve descrição do que será abordado nesta seção da apresentação.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8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do Slide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3677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principal de discussão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Detalhamento adicional que contextualiza e explica o ponto acima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786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Segundo ponto relevante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Complemento ao contexto apresentado com dado ou evidência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4845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844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Terceiro ponto técnico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98678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Informação técnica ou de negócio pertinente ao tema do slide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5429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902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 ou próximo passo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9926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este bloco de informação implica ou requer de ação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502920"/>
            <a:ext cx="4023360" cy="5989320"/>
          </a:xfrm>
          <a:prstGeom prst="roundRect">
            <a:avLst>
              <a:gd name="adj" fmla="val 2273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502920"/>
            <a:ext cx="402336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6858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 DE APOIO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01000" y="10058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Adicione aqui dados, prints, gráficos ou informações complementares que apoiam o conteúdo dos bullets à esquerda.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1110996" cy="201168"/>
          </a:xfrm>
          <a:prstGeom prst="roundRect">
            <a:avLst>
              <a:gd name="adj" fmla="val 22727"/>
            </a:avLst>
          </a:prstGeom>
          <a:solidFill>
            <a:srgbClr val="00BCD4">
              <a:alpha val="18000"/>
            </a:srgbClr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1110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Comparativo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0" cy="4983480"/>
          </a:xfrm>
          <a:prstGeom prst="roundRect">
            <a:avLst>
              <a:gd name="adj" fmla="val 1835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0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 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Situação Atual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Item de destaque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Segundo ponto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Terceiro item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Dado de suporte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508760"/>
            <a:ext cx="5486400" cy="4983480"/>
          </a:xfrm>
          <a:prstGeom prst="roundRect">
            <a:avLst>
              <a:gd name="adj" fmla="val 1835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508760"/>
            <a:ext cx="54864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6916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 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Situação Desejada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Item de destaque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Segundo ponto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931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Terceiro item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Dado de suporte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1033272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8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1033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e Resultados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265176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de tempo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code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600200"/>
            <a:ext cx="265176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3.2×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52044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geração de testes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600200"/>
            <a:ext cx="265176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89%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Satisfação NPS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devs ativos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28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600200"/>
            <a:ext cx="265176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12k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28116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Commits analisados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116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último trimestre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11292840" cy="1005840"/>
          </a:xfrm>
          <a:prstGeom prst="roundRect">
            <a:avLst>
              <a:gd name="adj" fmla="val 9091"/>
            </a:avLst>
          </a:prstGeom>
          <a:solidFill>
            <a:srgbClr val="2E2E2E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833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Período: Q1 2025 – Q1 2026  •  Base: 420 engenheiros ativos  •  Fonte: BIA Analytics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800100" cy="201168"/>
          </a:xfrm>
          <a:prstGeom prst="roundRect">
            <a:avLst>
              <a:gd name="adj" fmla="val 22727"/>
            </a:avLst>
          </a:prstGeom>
          <a:solidFill>
            <a:srgbClr val="00BCD4">
              <a:alpha val="18000"/>
            </a:srgbClr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800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 &amp; Roadmap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10698480" cy="0"/>
          </a:xfrm>
          <a:prstGeom prst="line">
            <a:avLst/>
          </a:prstGeom>
          <a:noFill/>
          <a:ln w="19050">
            <a:solidFill>
              <a:srgbClr val="363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5024" y="3355848"/>
            <a:ext cx="237744" cy="237744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3749040"/>
            <a:ext cx="1993392" cy="2560320"/>
          </a:xfrm>
          <a:prstGeom prst="roundRect">
            <a:avLst>
              <a:gd name="adj" fmla="val 4587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8620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Agentix v2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com orquestração paralela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5212080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8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212080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Entregue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29584" y="3355848"/>
            <a:ext cx="237744" cy="237744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2025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3749040"/>
            <a:ext cx="1993392" cy="2560320"/>
          </a:xfrm>
          <a:prstGeom prst="roundRect">
            <a:avLst>
              <a:gd name="adj" fmla="val 4587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388620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Review 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429768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automática com contexto de repo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5212080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8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5212080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24144" y="3355848"/>
            <a:ext cx="237744" cy="23774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2025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66360" y="3749040"/>
            <a:ext cx="1993392" cy="2560320"/>
          </a:xfrm>
          <a:prstGeom prst="roundRect">
            <a:avLst>
              <a:gd name="adj" fmla="val 4587"/>
            </a:avLst>
          </a:prstGeom>
          <a:solidFill>
            <a:srgbClr val="2E2E2E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3749040"/>
            <a:ext cx="1993392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88620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 Hub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429768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unificado de ferramentas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0" y="5212080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00BCD4">
              <a:alpha val="18000"/>
            </a:srgbClr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5212080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curso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18704" y="3355848"/>
            <a:ext cx="237744" cy="237744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2026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60920" y="3749040"/>
            <a:ext cx="1993392" cy="2560320"/>
          </a:xfrm>
          <a:prstGeom prst="roundRect">
            <a:avLst>
              <a:gd name="adj" fmla="val 4587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388620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Analyzer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98080" y="429768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preditiva de riscos em PRs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98080" y="5212080"/>
            <a:ext cx="955548" cy="201168"/>
          </a:xfrm>
          <a:prstGeom prst="roundRect">
            <a:avLst>
              <a:gd name="adj" fmla="val 22727"/>
            </a:avLst>
          </a:prstGeom>
          <a:solidFill>
            <a:srgbClr val="4A4A4A">
              <a:alpha val="18000"/>
            </a:srgbClr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5212080"/>
            <a:ext cx="9555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Planejado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113264" y="3355848"/>
            <a:ext cx="237744" cy="237744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09760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2026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555480" y="3749040"/>
            <a:ext cx="1993392" cy="2560320"/>
          </a:xfrm>
          <a:prstGeom prst="roundRect">
            <a:avLst>
              <a:gd name="adj" fmla="val 4587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92640" y="388620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 Plugin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92640" y="429768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Extensão VSCode + IntelliJ nativa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692640" y="5212080"/>
            <a:ext cx="955548" cy="201168"/>
          </a:xfrm>
          <a:prstGeom prst="roundRect">
            <a:avLst>
              <a:gd name="adj" fmla="val 22727"/>
            </a:avLst>
          </a:prstGeom>
          <a:solidFill>
            <a:srgbClr val="4A4A4A">
              <a:alpha val="18000"/>
            </a:srgbClr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0" y="5212080"/>
            <a:ext cx="9555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Planejado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6400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CC092F">
                    <a:alpha val="2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-2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não substitui o engenheiro — ela remove o atrito para que o engenheiro faça o que só ele pode fazer.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4224528"/>
            <a:ext cx="3200400" cy="0"/>
          </a:xfrm>
          <a:prstGeom prst="line">
            <a:avLst/>
          </a:prstGeom>
          <a:noFill/>
          <a:ln w="19050">
            <a:solidFill>
              <a:srgbClr val="CC09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4074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do Autor  •  Cargo / Área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8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TÉCNICA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de Uso — Agentix API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7223760" cy="4937760"/>
          </a:xfrm>
          <a:prstGeom prst="roundRect">
            <a:avLst>
              <a:gd name="adj" fmla="val 1852"/>
            </a:avLst>
          </a:prstGeom>
          <a:solidFill>
            <a:srgbClr val="0D1117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72237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2496"/>
            <a:ext cx="100584" cy="100584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682496"/>
            <a:ext cx="100584" cy="1005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6424" y="1682496"/>
            <a:ext cx="100584" cy="1005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4592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agentix — 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084832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Invocar agente de code review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523744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bia agentix run code-review \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2962656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--repo bradesco/platform-core --pr 1847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401568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84048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A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Analisando 23 arquivos alterados...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279392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A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Verificando cobertura de testes (67% → 84%)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718304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⚠ 2 vulnerabilidades potenciais detectadas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157216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A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Relatório gerado — review.md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01000" y="1572768"/>
            <a:ext cx="4206240" cy="4937760"/>
          </a:xfrm>
          <a:prstGeom prst="roundRect">
            <a:avLst>
              <a:gd name="adj" fmla="val 2174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1572768"/>
            <a:ext cx="420624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7556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ACONTECE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21945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2194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clona e indexa o PR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29443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0" y="29443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analisa diff com contexto do repo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369417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0" y="36941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padrões OWASP / boas práticas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44398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0" y="44439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 relatório estruturado em Markdown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519379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0" y="5193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Abre comentários no GitHub automaticamente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1033272" cy="201168"/>
          </a:xfrm>
          <a:prstGeom prst="roundRect">
            <a:avLst>
              <a:gd name="adj" fmla="val 22727"/>
            </a:avLst>
          </a:prstGeom>
          <a:solidFill>
            <a:srgbClr val="00BCD4">
              <a:alpha val="18000"/>
            </a:srgbClr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1033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Ferramentas da BIA Tech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623560" cy="2240280"/>
          </a:xfrm>
          <a:prstGeom prst="roundRect">
            <a:avLst>
              <a:gd name="adj" fmla="val 4082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562356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8308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AGENTIX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207568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IA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" y="258775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Orquestração multi-agente para tarefas complexas do ciclo de desenvolvimento.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5623560" cy="2240280"/>
          </a:xfrm>
          <a:prstGeom prst="roundRect">
            <a:avLst>
              <a:gd name="adj" fmla="val 4082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600200"/>
            <a:ext cx="562356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78308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01968" y="207568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 Chat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01968" y="258775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conversacional com contexto de codebase e memória de projeto.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623560" cy="2240280"/>
          </a:xfrm>
          <a:prstGeom prst="roundRect">
            <a:avLst>
              <a:gd name="adj" fmla="val 4082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69080"/>
            <a:ext cx="562356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2519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8368" y="454456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Review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8368" y="505663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automática de PRs com sugestões contextuais e detecção de falhas.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069080"/>
            <a:ext cx="5623560" cy="2240280"/>
          </a:xfrm>
          <a:prstGeom prst="roundRect">
            <a:avLst>
              <a:gd name="adj" fmla="val 4082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069080"/>
            <a:ext cx="562356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42519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601968" y="454456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 Hub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601968" y="505663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central para acesso a todas as ferramentas, métricas e integrações.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8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 / Print de Tela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321040" cy="5029200"/>
          </a:xfrm>
          <a:prstGeom prst="roundRect">
            <a:avLst>
              <a:gd name="adj" fmla="val 1818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83210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Insira aqui screenshot,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 ou gravação 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098280" y="1572768"/>
            <a:ext cx="3108960" cy="2331720"/>
          </a:xfrm>
          <a:prstGeom prst="roundRect">
            <a:avLst>
              <a:gd name="adj" fmla="val 3922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98280" y="1572768"/>
            <a:ext cx="310896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75564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DE ATENÇÃO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281160" y="20848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Descreva o que o observador deve notar nesta imagem.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98280" y="4160520"/>
            <a:ext cx="3108960" cy="2441448"/>
          </a:xfrm>
          <a:prstGeom prst="roundRect">
            <a:avLst>
              <a:gd name="adj" fmla="val 3745"/>
            </a:avLst>
          </a:prstGeom>
          <a:solidFill>
            <a:srgbClr val="242424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4160520"/>
            <a:ext cx="310896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43434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281160" y="466344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Informação complementar ou instrução de uso relacionada à imagem.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606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365760" y="3429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BB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0" y="192024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0" y="301752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Dúvidas? Vamos conversar.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3657600"/>
            <a:ext cx="6583680" cy="0"/>
          </a:xfrm>
          <a:prstGeom prst="line">
            <a:avLst/>
          </a:prstGeom>
          <a:noFill/>
          <a:ln w="6350">
            <a:solidFill>
              <a:srgbClr val="363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3858768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do Apresentador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426110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cargo@bradesco.com.br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466344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Teams: @handle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640080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bia.bradesco.com.br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606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365760" y="3429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BB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4005072"/>
            <a:ext cx="31089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1330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B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Ferramentas de IA para o SDLC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7373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DA</a:t>
            </a:r>
            <a:endParaRPr lang="en-US" sz="4000" dirty="0"/>
          </a:p>
          <a:p>
            <a:pPr indent="0" marL="0">
              <a:buNone/>
            </a:pPr>
            <a:r>
              <a:rPr lang="en-US" sz="4000" b="1" spc="-5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0" y="37033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Subtítulo ou descrição do tema abordado nesta apresentação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429768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443484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Apresentado por  •  Área / Tribo  •  Bradesco — 15/04/2026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612880" y="164592"/>
            <a:ext cx="914400" cy="914400"/>
          </a:xfrm>
          <a:prstGeom prst="ellipse">
            <a:avLst/>
          </a:prstGeom>
          <a:solidFill>
            <a:srgbClr val="0097A7">
              <a:alpha val="30000"/>
            </a:srgbClr>
          </a:solidFill>
          <a:ln w="12700">
            <a:solidFill>
              <a:srgbClr val="0097A7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e Objetivos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53035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Geral da Plataforma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53035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200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Demonstração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730752"/>
            <a:ext cx="53035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7764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77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0690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e Resultados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53035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8463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463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9377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0" y="502920"/>
            <a:ext cx="4937760" cy="5897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713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ESTA APRESENTAÇÃO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86600" y="10515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Parágrafo introdutório explicando o objetivo desta apresentação e o que o público pode esperar.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86600" y="2331720"/>
            <a:ext cx="42976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51460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DURAÇÃO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86600" y="273405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~30 min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6600" y="331927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86600" y="35387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de Engenharia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86600" y="412394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86600" y="43434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15/04/2026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C092F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57200" y="2907792"/>
            <a:ext cx="5029200" cy="0"/>
          </a:xfrm>
          <a:prstGeom prst="line">
            <a:avLst/>
          </a:prstGeom>
          <a:noFill/>
          <a:ln w="19050">
            <a:solidFill>
              <a:srgbClr val="CC09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DA SEÇÃO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7673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Breve descrição do que será abordado nesta seção da apresentação.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8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do Slide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3677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principal de discussão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Detalhamento adicional que contextualiza e explica o ponto acima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786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Segundo ponto relevante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Complemento ao contexto apresentado com dado ou evidência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4845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844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Terceiro ponto técnico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98678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Informação técnica ou de negócio pertinente ao tema do slide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5429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902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 ou próximo passo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9926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este bloco de informação implica ou requer de ação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502920"/>
            <a:ext cx="4023360" cy="59893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502920"/>
            <a:ext cx="402336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6858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 DE APOIO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01000" y="10058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Adicione dados, prints, gráficos ou informações complementares que apoiam o conteúdo à esquerda.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1033272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8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1033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e Resultados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265176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de tempo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code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600200"/>
            <a:ext cx="265176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3.2×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52044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geração de testes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600200"/>
            <a:ext cx="265176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89%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Satisfação NPS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devs ativos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28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600200"/>
            <a:ext cx="265176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12k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28116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Commits analisados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116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último trimestre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11292840" cy="1005840"/>
          </a:xfrm>
          <a:prstGeom prst="roundRect">
            <a:avLst>
              <a:gd name="adj" fmla="val 9091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833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Período: Q1 2025 – Q1 2026  •  Base: 420 engenheiros ativos  •  Fonte: BIA Analytics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BBBB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1110996" cy="201168"/>
          </a:xfrm>
          <a:prstGeom prst="roundRect">
            <a:avLst>
              <a:gd name="adj" fmla="val 22727"/>
            </a:avLst>
          </a:prstGeom>
          <a:solidFill>
            <a:srgbClr val="0097A7">
              <a:alpha val="18000"/>
            </a:srgbClr>
          </a:solidFill>
          <a:ln w="635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1110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Comparativo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0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 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Situação Atual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Item de destaque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Segundo ponto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Terceiro item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Dado de suporte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508760"/>
            <a:ext cx="548640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508760"/>
            <a:ext cx="54864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6916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 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Situação Desejada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Item de destaque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Segundo ponto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931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Terceiro item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Dado de suporte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606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365760" y="3429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BB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0" y="192024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0" y="301752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Dúvidas? Vamos conversar.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3657600"/>
            <a:ext cx="65836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3858768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do Apresentador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426110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cargo@bradesco.com.br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466344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Teams: @handle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640080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bia.bradesco.com.br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2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do Slide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3677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principal de discussão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Detalhamento adicional que contextualiza e explica o ponto acima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786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Segundo ponto relevante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Complemento ao contexto apresentado com dado ou evidência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4845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844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Terceiro ponto técnico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98678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Informação técnica ou de negócio pertinente ao tema do slide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5429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902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 ou próximo passo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9926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este bloco de informação implica ou requer de ação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502920"/>
            <a:ext cx="4023360" cy="5989320"/>
          </a:xfrm>
          <a:prstGeom prst="roundRect">
            <a:avLst>
              <a:gd name="adj" fmla="val 2273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502920"/>
            <a:ext cx="402336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6858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 DE APOIO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01000" y="10058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Adicione dados, prints, gráficos ou informações complementares que apoiam o conteúdo à esquerda.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AA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1110996" cy="201168"/>
          </a:xfrm>
          <a:prstGeom prst="roundRect">
            <a:avLst>
              <a:gd name="adj" fmla="val 22727"/>
            </a:avLst>
          </a:prstGeom>
          <a:solidFill>
            <a:srgbClr val="0097A7">
              <a:alpha val="12000"/>
            </a:srgbClr>
          </a:solidFill>
          <a:ln w="635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1110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Comparativo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0" cy="4983480"/>
          </a:xfrm>
          <a:prstGeom prst="roundRect">
            <a:avLst>
              <a:gd name="adj" fmla="val 1835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0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 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Situação Atual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Item de destaque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Segundo ponto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Terceiro item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Dado de suporte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508760"/>
            <a:ext cx="5486400" cy="4983480"/>
          </a:xfrm>
          <a:prstGeom prst="roundRect">
            <a:avLst>
              <a:gd name="adj" fmla="val 1835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508760"/>
            <a:ext cx="54864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6916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 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Situação Desejada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Item de destaque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Segundo ponto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931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Terceiro item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Dado de suporte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AA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1033272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2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1033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e Resultados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265176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de tempo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code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600200"/>
            <a:ext cx="265176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3.2×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52044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geração de testes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600200"/>
            <a:ext cx="265176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89%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Satisfação NPS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devs ativos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28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600200"/>
            <a:ext cx="265176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12k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28116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Commits analisados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116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último trimestre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11292840" cy="100584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833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Período: Q1 2025 – Q1 2026  •  Base: 420 engenheiros ativos  •  Fonte: BIA Analytics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AA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2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do Slide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3677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principal de discussão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Detalhamento adicional que contextualiza e explica o ponto acima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786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Segundo ponto relevante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Complemento ao contexto apresentado com dado ou evidência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4845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844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Terceiro ponto técnico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98678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Informação técnica ou de negócio pertinente ao tema do slide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5429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902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 ou próximo passo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9926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este bloco de informação implica ou requer de ação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502920"/>
            <a:ext cx="4023360" cy="59893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502920"/>
            <a:ext cx="402336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6858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 DE APOIO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01000" y="10058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Adicione dados, prints, gráficos ou informações complementares que apoiam o conteúdo à esquerda.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AA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1110996" cy="201168"/>
          </a:xfrm>
          <a:prstGeom prst="roundRect">
            <a:avLst>
              <a:gd name="adj" fmla="val 22727"/>
            </a:avLst>
          </a:prstGeom>
          <a:solidFill>
            <a:srgbClr val="0097A7">
              <a:alpha val="12000"/>
            </a:srgbClr>
          </a:solidFill>
          <a:ln w="635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1110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Comparativo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0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 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Situação Atual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Item de destaque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Segundo ponto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Terceiro item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Dado de suporte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508760"/>
            <a:ext cx="548640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508760"/>
            <a:ext cx="54864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6916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 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Situação Desejada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Item de destaque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Segundo ponto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931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Terceiro item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Dado de suporte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AA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1033272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2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1033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e Resultados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265176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de tempo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code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600200"/>
            <a:ext cx="265176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3.2×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52044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geração de testes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600200"/>
            <a:ext cx="2651760" cy="36576"/>
          </a:xfrm>
          <a:prstGeom prst="rect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89%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Satisfação NPS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devs ativos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280" y="160020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600200"/>
            <a:ext cx="265176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12k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28116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Commits analisados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116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último trimestre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112928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8338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Período: Q1 2025 – Q1 2026  •  Base: 420 engenheiros ativos  •  Fonte: BIA Analytics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AA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2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do Slide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3677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principal de discussão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Detalhamento adicional que contextualiza e explica o ponto acima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786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Segundo ponto relevante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Complemento ao contexto apresentado com dado ou evidência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4845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844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Terceiro ponto técnico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98678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Informação técnica ou de negócio pertinente ao tema do slide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5429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902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 ou próximo passo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9926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este bloco de informação implica ou requer de ação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502920"/>
            <a:ext cx="4023360" cy="5989320"/>
          </a:xfrm>
          <a:prstGeom prst="roundRect">
            <a:avLst>
              <a:gd name="adj" fmla="val 2273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502920"/>
            <a:ext cx="402336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6858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 DE APOIO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01000" y="10058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Adicione dados, prints, gráficos ou informações complementares que apoiam o conteúdo à esquerda.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AA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</a:t>
            </a:r>
            <a:pPr indent="0" marL="0">
              <a:buNone/>
            </a:pPr>
            <a:r>
              <a:rPr lang="en-US" sz="1100" spc="30" kern="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</a:t>
            </a:r>
            <a:pPr indent="0" marL="0">
              <a:buNone/>
            </a:pPr>
            <a:r>
              <a:rPr lang="en-US" sz="1100" spc="30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CC092F">
              <a:alpha val="12000"/>
            </a:srgbClr>
          </a:solidFill>
          <a:ln w="6350">
            <a:solidFill>
              <a:srgbClr val="CC0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do Slide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3677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principal de discussão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Detalhamento adicional que contextualiza e explica o ponto acima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786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Segundo ponto relevante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Complemento ao contexto apresentado com dado ou evidência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4845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844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Terceiro ponto técnico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98678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Informação técnica ou de negócio pertinente ao tema do slide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54296"/>
            <a:ext cx="109728" cy="109728"/>
          </a:xfrm>
          <a:prstGeom prst="ellipse">
            <a:avLst/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902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 ou próximo passo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9926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este bloco de informação implica ou requer de ação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502920"/>
            <a:ext cx="4023360" cy="59893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502920"/>
            <a:ext cx="402336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6858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 DE APOIO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01000" y="10058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Adicione dados, prints, gráficos ou informações complementares que apoiam o conteúdo à esquerda.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AA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2026-04-15T18:11:08Z</dcterms:created>
  <dcterms:modified xsi:type="dcterms:W3CDTF">2026-04-15T18:11:08Z</dcterms:modified>
</cp:coreProperties>
</file>