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9" roundtripDataSignature="AMtx7mj1SxvzKh32F3oEgYqI1QKmesOJ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6812e482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d6812e4822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6812e4822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6812e4822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6812e4822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6812e4822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d6812e4822_1_1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25" y="601575"/>
            <a:ext cx="5822702" cy="3275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d6812e4822_1_1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725" y="3989125"/>
            <a:ext cx="5822702" cy="32752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d6812e4822_1_1"/>
          <p:cNvSpPr/>
          <p:nvPr/>
        </p:nvSpPr>
        <p:spPr>
          <a:xfrm>
            <a:off x="9393499" y="534729"/>
            <a:ext cx="3621992" cy="3621992"/>
          </a:xfrm>
          <a:custGeom>
            <a:rect b="b" l="l" r="r" t="t"/>
            <a:pathLst>
              <a:path extrusionOk="0" h="10061088" w="10061088">
                <a:moveTo>
                  <a:pt x="0" y="0"/>
                </a:moveTo>
                <a:lnTo>
                  <a:pt x="10061088" y="0"/>
                </a:lnTo>
                <a:lnTo>
                  <a:pt x="10061088" y="10061088"/>
                </a:lnTo>
                <a:lnTo>
                  <a:pt x="0" y="10061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g3d6812e4822_1_1"/>
          <p:cNvSpPr/>
          <p:nvPr/>
        </p:nvSpPr>
        <p:spPr>
          <a:xfrm>
            <a:off x="13958099" y="802800"/>
            <a:ext cx="3420770" cy="3420770"/>
          </a:xfrm>
          <a:custGeom>
            <a:rect b="b" l="l" r="r" t="t"/>
            <a:pathLst>
              <a:path extrusionOk="0" h="10061088" w="10061088">
                <a:moveTo>
                  <a:pt x="0" y="0"/>
                </a:moveTo>
                <a:lnTo>
                  <a:pt x="10061088" y="0"/>
                </a:lnTo>
                <a:lnTo>
                  <a:pt x="10061088" y="10061089"/>
                </a:lnTo>
                <a:lnTo>
                  <a:pt x="0" y="10061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18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d6812e4822_1_11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4550" y="507950"/>
            <a:ext cx="3856750" cy="385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d6812e4822_1_11" title="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90950" y="9022325"/>
            <a:ext cx="19812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d6812e4822_1_11" title="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475" y="4023850"/>
            <a:ext cx="2941100" cy="294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d6812e4822_1_11" title="1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450" y="4117450"/>
            <a:ext cx="3663000" cy="36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d6812e4822_1_11" title="1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0750" y="387675"/>
            <a:ext cx="3208400" cy="32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d6812e4822_1_11" title="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9150" y="387675"/>
            <a:ext cx="3475750" cy="347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d6812e4822_1_29" title="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800" y="1029325"/>
            <a:ext cx="3529300" cy="35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d6812e4822_1_29" title="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9700" y="347550"/>
            <a:ext cx="4892850" cy="489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d6812e4822_1_29" title="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59400" y="880900"/>
            <a:ext cx="4359500" cy="43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d6812e4822_1_29" title="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75700" y="4063975"/>
            <a:ext cx="2860850" cy="286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