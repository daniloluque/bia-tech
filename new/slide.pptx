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" y="-133350"/>
            <a:ext cx="19358610" cy="14523720"/>
            <a:chOff x="0" y="0"/>
            <a:chExt cx="25811480" cy="1936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446520" y="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893040" y="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644652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446520" y="644652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893040" y="644652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289304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446520" y="1289304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893040" y="1289304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339560" y="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339560" y="644652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339560" y="12893040"/>
              <a:ext cx="6471920" cy="6471920"/>
            </a:xfrm>
            <a:custGeom>
              <a:avLst/>
              <a:gdLst/>
              <a:ahLst/>
              <a:cxnLst/>
              <a:rect r="r" b="b" t="t" l="l"/>
              <a:pathLst>
                <a:path h="6471920" w="6471920">
                  <a:moveTo>
                    <a:pt x="0" y="0"/>
                  </a:moveTo>
                  <a:lnTo>
                    <a:pt x="6471920" y="0"/>
                  </a:lnTo>
                  <a:lnTo>
                    <a:pt x="6471920" y="6471920"/>
                  </a:lnTo>
                  <a:lnTo>
                    <a:pt x="0" y="647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875" y="-11430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692015" y="-11430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526905" y="-11430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42875" y="472059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692015" y="472059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526905" y="472059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142875" y="955548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4711065" y="957453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526905" y="955548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361795" y="-11430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361795" y="472059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361795" y="9555480"/>
            <a:ext cx="4853940" cy="4853940"/>
          </a:xfrm>
          <a:custGeom>
            <a:avLst/>
            <a:gdLst/>
            <a:ahLst/>
            <a:cxnLst/>
            <a:rect r="r" b="b" t="t" l="l"/>
            <a:pathLst>
              <a:path h="4853940" w="4853940">
                <a:moveTo>
                  <a:pt x="0" y="0"/>
                </a:moveTo>
                <a:lnTo>
                  <a:pt x="4853940" y="0"/>
                </a:lnTo>
                <a:lnTo>
                  <a:pt x="485394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09092" y="663834"/>
            <a:ext cx="10061088" cy="10061088"/>
          </a:xfrm>
          <a:custGeom>
            <a:avLst/>
            <a:gdLst/>
            <a:ahLst/>
            <a:cxnLst/>
            <a:rect r="r" b="b" t="t" l="l"/>
            <a:pathLst>
              <a:path h="10061088" w="10061088">
                <a:moveTo>
                  <a:pt x="0" y="0"/>
                </a:moveTo>
                <a:lnTo>
                  <a:pt x="10061088" y="0"/>
                </a:lnTo>
                <a:lnTo>
                  <a:pt x="10061088" y="10061089"/>
                </a:lnTo>
                <a:lnTo>
                  <a:pt x="0" y="1006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5830" y="225912"/>
            <a:ext cx="10061088" cy="10061088"/>
          </a:xfrm>
          <a:custGeom>
            <a:avLst/>
            <a:gdLst/>
            <a:ahLst/>
            <a:cxnLst/>
            <a:rect r="r" b="b" t="t" l="l"/>
            <a:pathLst>
              <a:path h="10061088" w="10061088">
                <a:moveTo>
                  <a:pt x="0" y="0"/>
                </a:moveTo>
                <a:lnTo>
                  <a:pt x="10061088" y="0"/>
                </a:lnTo>
                <a:lnTo>
                  <a:pt x="10061088" y="10061088"/>
                </a:lnTo>
                <a:lnTo>
                  <a:pt x="0" y="10061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DAHG9cGvajU</dc:identifier>
  <dcterms:modified xsi:type="dcterms:W3CDTF">2011-08-01T06:04:30Z</dcterms:modified>
  <cp:revision>1</cp:revision>
  <dc:title>00BCD4</dc:title>
</cp:coreProperties>
</file>