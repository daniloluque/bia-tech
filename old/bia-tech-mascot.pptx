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09a3f869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09a3f869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152400"/>
            <a:ext cx="3848099" cy="3848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9350" y="-46025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50" y="-152400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4575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9325" y="-40240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152400"/>
            <a:ext cx="3848099" cy="3848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7075" y="65275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1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6550" y="-53075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